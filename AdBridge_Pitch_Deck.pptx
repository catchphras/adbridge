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C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35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AdBridge as a peer-powered digital promotion agency. Hook the audience: we don't sell products — we sell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pain. Student entrepreneurs at UCC have real products but zero reach, zero skills, zero budget for marketing. That's the gap AdBridge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AdBridge doesn't just advise — we execute. We are the marketing team student entrepreneurs never had. Highlight the range of services and emphasize we use free tools to keep costs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primary clients are right here in this room — fellow student entrepreneurs. That's our unfair advantage: we are the market we 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operate 100% online. Our channels are free, familiar, and already embedded in the daily lives of our target clients. No physical office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don't just deliver campaigns and disappear. We build ongoing relationships. Peer credibility is our most powerful retention tool — clients stick with people they know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tier. Emphasize that even our Student Package delivers professional output. Our pricing is deliberately set to be accessible — because our clients are our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nearly all our tools are FREE. We have zero licensing costs. Our biggest asset is our 11-person team and the collective skills they bring.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AdBridge runs like a lean agency. Emphasize the structured process: from intake to reporting. This shows we're organised and professional, not just students winging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not operating in isolation. We leverage an ecosystem of free tools and peer networks that give us distribution without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killer slide. Zero startup capital. Everything we need is free. The only cost is our time — and that's the investment we're already making as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 are expensive agencies or freelancers who don't understand the student market. AdBridge is cheaper, faster, and more culturally relevant than anyone else in this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Repeat the tagline. Invite questions. If anyone in the room runs a student business, tell them to see you after the pitch. The audience IS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3D1F-73CD-D85C-B9BE-7E078378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265FE-4C90-1013-D16E-605178471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4293A-96A9-8116-8937-73F5625CA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Repeat the tagline. Invite questions. If anyone in the room runs a student business, tell them to see you after the pitch. The audience IS the market.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5DC1A-97E2-53A0-3C17-0C6B2EE3D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3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486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67512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548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AdBridge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64592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Peer-Powered Digital Advertising &amp; Promotion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645920" y="1874520"/>
            <a:ext cx="5029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64592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Pitch Presentation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4592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 302 – Introduction to Entrepreneurship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Cape Coast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promote the dreamers. You focus on building.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371600"/>
            <a:ext cx="914400" cy="914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48132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75488" y="2880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entrepreneurs struggle to get their products seen beyond their immediate circles.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0" y="1371600"/>
            <a:ext cx="914400" cy="914400"/>
          </a:xfrm>
          <a:prstGeom prst="ellipse">
            <a:avLst/>
          </a:prstGeom>
          <a:solidFill>
            <a:srgbClr val="E85D0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48132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Expertise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401568" y="2880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lack the skills and time to run effective digital marketing campaigns.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606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40880" y="1371600"/>
            <a:ext cx="914400" cy="914400"/>
          </a:xfrm>
          <a:prstGeom prst="ellipse">
            <a:avLst/>
          </a:prstGeom>
          <a:solidFill>
            <a:srgbClr val="C77D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48132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4231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Budget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327648" y="28803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marketing agencies are far too expensive for student entrepreneurs.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AdBridge is the promotional engine behind student entrepreneurs.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77640" cy="15087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 Management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3000" y="1783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your pages. You run your business. Full management of Instagram, Facebook &amp; more.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3977640" cy="15087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459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Creation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40680" y="1783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Eye-catching graphics, captions, and creative copy that stop the scroll and convert.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3977640" cy="15087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375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Video Production</a:t>
            </a:r>
          </a:p>
        </p:txBody>
      </p:sp>
      <p:sp>
        <p:nvSpPr>
          <p:cNvPr id="15" name="Text 10"/>
          <p:cNvSpPr/>
          <p:nvPr/>
        </p:nvSpPr>
        <p:spPr>
          <a:xfrm>
            <a:off x="1143000" y="3474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promo videos, reels, and ads using CapCut, VEED.io &amp; revid.ai.</a:t>
            </a:r>
          </a:p>
        </p:txBody>
      </p:sp>
      <p:sp>
        <p:nvSpPr>
          <p:cNvPr id="16" name="Shape 11"/>
          <p:cNvSpPr/>
          <p:nvPr/>
        </p:nvSpPr>
        <p:spPr>
          <a:xfrm>
            <a:off x="4663440" y="3017520"/>
            <a:ext cx="3977640" cy="15087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375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108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Campaign Strategy</a:t>
            </a:r>
          </a:p>
        </p:txBody>
      </p:sp>
      <p:sp>
        <p:nvSpPr>
          <p:cNvPr id="19" name="Text 13"/>
          <p:cNvSpPr/>
          <p:nvPr/>
        </p:nvSpPr>
        <p:spPr>
          <a:xfrm>
            <a:off x="5440680" y="3474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digital campaigns via Meta Business Suite and Google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280160"/>
            <a:ext cx="1097280" cy="109728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389888"/>
            <a:ext cx="877824" cy="8778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Segment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Entrepreneurs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9768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 students selling food, fashion, tech accessories, services, and more within campus.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977640" y="1280160"/>
            <a:ext cx="1097280" cy="1097280"/>
          </a:xfrm>
          <a:prstGeom prst="ellipse">
            <a:avLst/>
          </a:prstGeom>
          <a:solidFill>
            <a:srgbClr val="E85D0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389888"/>
            <a:ext cx="877824" cy="8778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Segment</a:t>
            </a:r>
          </a:p>
        </p:txBody>
      </p:sp>
      <p:sp>
        <p:nvSpPr>
          <p:cNvPr id="14" name="Text 10"/>
          <p:cNvSpPr/>
          <p:nvPr/>
        </p:nvSpPr>
        <p:spPr>
          <a:xfrm>
            <a:off x="329184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Micro-Startups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310128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businesses founded by recent graduates looking for affordable digital marketing support.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080760" y="1143000"/>
            <a:ext cx="26517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858000" y="1280160"/>
            <a:ext cx="1097280" cy="1097280"/>
          </a:xfrm>
          <a:prstGeom prst="ellipse">
            <a:avLst/>
          </a:prstGeom>
          <a:solidFill>
            <a:srgbClr val="7B2D8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1389888"/>
            <a:ext cx="877824" cy="8778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Segment</a:t>
            </a:r>
          </a:p>
        </p:txBody>
      </p:sp>
      <p:sp>
        <p:nvSpPr>
          <p:cNvPr id="20" name="Text 15"/>
          <p:cNvSpPr/>
          <p:nvPr/>
        </p:nvSpPr>
        <p:spPr>
          <a:xfrm>
            <a:off x="617220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190488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SMEs in Cape Coast and beyond seeking a cost-effective social media presence.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reach, acquire, and deliver to clients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690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508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&amp; WhatsApp Business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190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client outreach, briefing, and campaign updates.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690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64608" y="1508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353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&amp; Facebook Pages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7190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Showcasing our portfolio and attracting new clients organically.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0690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542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9077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onboarding, briefs, and feedback collection.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40690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64608" y="26974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542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29077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professional one-page website for credibility and inquiries.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0690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3886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730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Word-of-Mouth (Campus)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40965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referrals within the UCC student community.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069080" cy="105156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64608" y="38862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7307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(Google Suite)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32120" y="40965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proposals, reports, and client communication.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RELATIONSHIPS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914400" cy="914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48132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Assistance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54480" y="16459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gets a dedicated team contact. We communicate directly via WhatsApp and Google Meet.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18888" y="1371600"/>
            <a:ext cx="914400" cy="914400"/>
          </a:xfrm>
          <a:prstGeom prst="ellipse">
            <a:avLst/>
          </a:prstGeom>
          <a:solidFill>
            <a:srgbClr val="F9C74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48132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7880" y="1234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Trust &amp; Credibility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897880" y="16459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fellow students — clients relate to us, trust us, and refer us naturally within campus.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5488" y="3154680"/>
            <a:ext cx="914400" cy="9144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26440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Portal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554480" y="34290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submit briefs and track progress via Google Forms and shared Docs — anytime, anywhere.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18888" y="3154680"/>
            <a:ext cx="914400" cy="914400"/>
          </a:xfrm>
          <a:prstGeom prst="ellipse">
            <a:avLst/>
          </a:prstGeom>
          <a:solidFill>
            <a:srgbClr val="E85D0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264408"/>
            <a:ext cx="694944" cy="6949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97880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Retainers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897880" y="34290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offer ongoing monthly packages to build sustained client relationships and recurring revenue.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pricing model in Ghana Cedis (GH₵)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126187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Package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192024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GH₵ 20–50/mo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post design (3/week)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caption writing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platform managed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performance report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26187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Package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73552" y="192024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GH₵ 100–200/mo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posts/week across 2 platforms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promo video/month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analytics report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51760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2C39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651760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53912" y="126187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Package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53912" y="192024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GH₵ 300–500/mo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377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content, 3 platforms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 campaign management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promo videos/month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strategy call +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9768" y="1737360"/>
            <a:ext cx="24323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11-member multi-skilled team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Strategy, Design, Content, Video, Client Management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IT academic background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161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Tools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10128" y="1737360"/>
            <a:ext cx="24323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Canva, CapCut, Simplified, Promeo (design &amp; video)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Suite, Google Suite (operations)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VEED.io, revid.ai (video production)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5176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161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Intellectual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90488" y="1737360"/>
            <a:ext cx="24323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AdBridge brand identity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templates &amp; playbooks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workflows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 302 peer network &amp; credibility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69080" cy="1170432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1115568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70432" y="107899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Onboarding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0432" y="144475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briefs via Google Forms, define goals, assign team roles, agree deliverables.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69080" cy="1170432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1115568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59552" y="107899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Production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59552" y="144475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graphics (Canva), write captions (Claude/Simplified), produce videos (CapCut/VEED.io).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069080" cy="1170432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441448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0432" y="24048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&amp; Scheduling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70432" y="27706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schedule content across client platforms via Meta Business Suite &amp; Google tools.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4069080" cy="1170432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2441448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59552" y="240487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Management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59552" y="27706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 followers, respond to comments/DMs, and grow the client's online presence.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4069080" cy="1170432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767328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0432" y="37307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Analytics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70432" y="409651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performance reports using Meta insights; share results and refine strategy.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069080" cy="1170432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3767328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59552" y="37307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Development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59552" y="409651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new clients, build referral network, and expand package offerings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PARTNERSHIPS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444752"/>
            <a:ext cx="914400" cy="914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554480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618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 302 Classmates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554480" y="16642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pool of clients — built-in market access with zero acquisition cost.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18888" y="1444752"/>
            <a:ext cx="914400" cy="91440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554480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7880" y="12618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UCC Student Associations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897880" y="16642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clubs and societies for bulk promotion deals and event marketing.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65760" y="29718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5488" y="3319272"/>
            <a:ext cx="914400" cy="9144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429000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1363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Tool Providers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554480" y="35387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Google, Canva, and VEED.io — our zero-cost tech stack powering all deliverables.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18888" y="3319272"/>
            <a:ext cx="914400" cy="914400"/>
          </a:xfrm>
          <a:prstGeom prst="ellipse">
            <a:avLst/>
          </a:prstGeom>
          <a:solidFill>
            <a:srgbClr val="E85D0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429000"/>
            <a:ext cx="694944" cy="6949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97880" y="31363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Student-Run Businesses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897880" y="35387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Cross-promotional partnerships with complementary student ventures for mutual growth.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by design. Profitable from day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200400" cy="347472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GH₵ 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Capital Required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AdBridge is built entirely on free tools and student talent. No office. No inventory. No licensing fees.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49040" y="1234440"/>
            <a:ext cx="5029200" cy="749808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86200" y="12801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Tools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Free, Meta Suite, Google Suite, VEED.io — GH₵ 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5029200" cy="749808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86200" y="2148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2468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costs shared among team members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971800"/>
            <a:ext cx="5029200" cy="749808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86200" y="3017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Compensation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8620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Revenue-sharing model among 11 members once income flows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3840480"/>
            <a:ext cx="5029200" cy="749808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86200" y="3886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Upgrades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8620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paid tool tiers if required by high-value clients (covered by client fee)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ADBRIDGE WINS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358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704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Credibility    —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0" y="11704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speak the same language as our clients. Student-to-student trust is more powerful than any ad.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84708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9339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Overhead       — 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74320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rent, no inventory, no staff costs. Pure profit from the first transaction.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6700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Market      — 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743200" y="267004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classmates are our first clients. We have immediate access to a ready pool of paying customers.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9300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4198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&amp; Scalable     — 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2743200" y="34198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all-digital model scales instantly — no infrastructure bottlenecks or geographic limits.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4281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86968" y="4169664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IT-Backed Execution — 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2813540" y="416966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Computer Science background gives us a technical edge in analytics, automation, and tools.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AdBridge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promote the dreamers. You focus on building.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grow your brand?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AdBridge today and let us handle the marketing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focus on what you do best.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2423160" cy="50292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adbridge@gmail.com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3657600"/>
            <a:ext cx="2423160" cy="50292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2900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WhatsApp: +233 592489434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657600"/>
            <a:ext cx="2423160" cy="502920"/>
          </a:xfrm>
          <a:prstGeom prst="rect">
            <a:avLst/>
          </a:prstGeom>
          <a:solidFill>
            <a:srgbClr val="1E2A3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26480" y="36758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https://adbridge.onrender.com</a:t>
            </a:r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Cape Coast  ·  ENT 302</a:t>
            </a:r>
            <a:endParaRPr lang="en-US" sz="900" dirty="0"/>
          </a:p>
        </p:txBody>
      </p:sp>
      <p:pic>
        <p:nvPicPr>
          <p:cNvPr id="19" name="Graphic 18" descr="Internet with solid fill">
            <a:extLst>
              <a:ext uri="{FF2B5EF4-FFF2-40B4-BE49-F238E27FC236}">
                <a16:creationId xmlns:a16="http://schemas.microsoft.com/office/drawing/2014/main" id="{D53404AD-953B-118D-058A-8B8D99160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3769259"/>
            <a:ext cx="299821" cy="2998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15DEA-A20D-E221-1257-4BAB043E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469AEE-715D-DCA5-8966-609086463DFD}"/>
              </a:ext>
            </a:extLst>
          </p:cNvPr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739AC0F-4999-5F13-8679-BD5ABE5AD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0080"/>
            <a:ext cx="1005840" cy="10058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1B77830-FD52-8AE8-C9CC-14A3D5036450}"/>
              </a:ext>
            </a:extLst>
          </p:cNvPr>
          <p:cNvSpPr/>
          <p:nvPr/>
        </p:nvSpPr>
        <p:spPr>
          <a:xfrm>
            <a:off x="155448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AdBridge</a:t>
            </a:r>
            <a:endParaRPr lang="en-US" sz="4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4A11C34-EFD4-7BCA-AD99-0B110EEAF088}"/>
              </a:ext>
            </a:extLst>
          </p:cNvPr>
          <p:cNvSpPr/>
          <p:nvPr/>
        </p:nvSpPr>
        <p:spPr>
          <a:xfrm>
            <a:off x="155448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promote the dreamers. You focus on building.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33EB207-063E-AED6-CB40-3ED367009842}"/>
              </a:ext>
            </a:extLst>
          </p:cNvPr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8D30BB4-E596-5489-C38B-1D46341C71D1}"/>
              </a:ext>
            </a:extLst>
          </p:cNvPr>
          <p:cNvSpPr/>
          <p:nvPr/>
        </p:nvSpPr>
        <p:spPr>
          <a:xfrm>
            <a:off x="457200" y="211015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this QR code to access our website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8192F3B-F0C0-0342-C9E2-BACB6FCFEED1}"/>
              </a:ext>
            </a:extLst>
          </p:cNvPr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D1E997A-372D-871E-61FC-5DD643A11CE7}"/>
              </a:ext>
            </a:extLst>
          </p:cNvPr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Cape Coast  ·  ENT 302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441813-5F29-B486-5D51-9ADB364BF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832" y="2674645"/>
            <a:ext cx="3678701" cy="21013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9738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1458</Words>
  <Application>Microsoft Office PowerPoint</Application>
  <PresentationFormat>On-screen Show (16:9)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AdBridge – Pitch Deck</dc:title>
  <dc:subject>PptxGenJS Presentation</dc:subject>
  <dc:creator>AdBridge Team</dc:creator>
  <cp:lastModifiedBy>oforimensahkobina@gmail.com</cp:lastModifiedBy>
  <cp:revision>4</cp:revision>
  <dcterms:created xsi:type="dcterms:W3CDTF">2026-06-15T19:42:15Z</dcterms:created>
  <dcterms:modified xsi:type="dcterms:W3CDTF">2026-06-16T20:14:57Z</dcterms:modified>
</cp:coreProperties>
</file>